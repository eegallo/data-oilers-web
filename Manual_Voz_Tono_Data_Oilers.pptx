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MANUAL DE VOZ Y TONO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v1.1  ·  ABRIL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Data Oilers</a:t>
            </a:r>
            <a:endParaRPr lang="en-US" sz="7600" dirty="0"/>
          </a:p>
        </p:txBody>
      </p:sp>
      <p:sp>
        <p:nvSpPr>
          <p:cNvPr id="29" name="Shape 27"/>
          <p:cNvSpPr/>
          <p:nvPr/>
        </p:nvSpPr>
        <p:spPr>
          <a:xfrm>
            <a:off x="685800" y="2971800"/>
            <a:ext cx="457200" cy="45720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154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El combustible de tus agentes inteligentes.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" y="3611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de voz, tono y principios de comunicación.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DOCUMENTO INTERNO  ·  MENDOZA, AR  ·  DATAOILERS.COM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·  INTRODUCCIÓN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Por qué existe este manual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274320" cy="3200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Coherencia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 cualquier persona del equipo escriba sonando como Data Oilers, sin tener que adivinar el tono.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2542032"/>
            <a:ext cx="274320" cy="3200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Velocidad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Decisiones de copy resueltas de antemano. Menos tiempo dudando, más tiempo entregando.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2542032"/>
            <a:ext cx="274320" cy="3200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Carácter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8932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Diferenciarnos en un mercado donde casi todos hablan parecido sobre IA y datos.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709160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APLICA A:  sitio web · propuestas comerciales · posts · emails · README · soporte · todo lo que escribimos.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0"/>
            <a:ext cx="4572" cy="5143500"/>
          </a:xfrm>
          <a:prstGeom prst="rect">
            <a:avLst/>
          </a:prstGeom>
          <a:solidFill>
            <a:srgbClr val="00D4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·  ESENCIA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03 / 22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7772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Somos una startup de IA y agentes </a:t>
            </a:r>
            <a:pPr algn="l" indent="0" marL="0">
              <a:buNone/>
            </a:pPr>
            <a:r>
              <a:rPr lang="en-US" sz="32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que se apoya en una base </a:t>
            </a:r>
            <a:pPr algn="l" indent="0" marL="0">
              <a:buNone/>
            </a:pPr>
            <a:r>
              <a:rPr lang="en-US" sz="3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sólida de datos.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822960" cy="10973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Refinamos datos. Construimos agentes.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combustible de la IA productiva.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·  PERSONALIDAD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Tres adjetivos que nos definen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Cualquier cosa que escribamos tiene que sonar a esto. Si una pieza no puede defenderse contra los tres, hay que reescribirla.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468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688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86968" y="33375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Vanguardistas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365760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Adoptamos antes que los demás. Vibe Coding, SDD, bases vectoriales, agentes en producción. No es novedad por novedad: es ventaja.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2468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4688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38728" y="33375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Solucionadores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365760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vendemos horas, vendemos resultados. Si el problema es complejo, lo desarmamos. Si es nuevo, lo investigamos.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2331720"/>
            <a:ext cx="2468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24688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T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190488" y="33375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Transparentes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0488" y="365760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Hablamos claro de tiempos, costos, riesgos y limitaciones. Lo que no sabemos lo decimos. Lo que sí, lo demostramos.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·  POSICIONAMIENTO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Establecidos  ↔  Disruptivos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equilibrio. Ni consultora tradicional, ni un equipo de freelancers sueltos.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ESTABLECIDOS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porque...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3794760" cy="10973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035808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97180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Trabajamos con metodología (Spec Driven Development).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346704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28269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Documentamos arquitectura, decisiones y trade-offs.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93592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Cumplimos los plazos que firmamos.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968496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90448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Hablamos en términos que un comité de riesgo entiende.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279392"/>
            <a:ext cx="64008" cy="640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21538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Tenemos clientes corporativos como Banco Macro.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DISRUPTIVOS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porque...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52928"/>
            <a:ext cx="3794760" cy="10973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035808"/>
            <a:ext cx="64008" cy="64008"/>
          </a:xfrm>
          <a:prstGeom prst="ellipse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97180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Stack de IA y agentes de última generación.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46704"/>
            <a:ext cx="64008" cy="64008"/>
          </a:xfrm>
          <a:prstGeom prst="ellipse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282696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Equipo joven, técnico, que crece rápido.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64008" cy="64008"/>
          </a:xfrm>
          <a:prstGeom prst="ellipse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593592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Construimos lo que muchos solo prometen.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68496"/>
            <a:ext cx="64008" cy="64008"/>
          </a:xfrm>
          <a:prstGeom prst="ellipse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90448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Decimos lo que pensamos, también cuando incomoda.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279392"/>
            <a:ext cx="64008" cy="64008"/>
          </a:xfrm>
          <a:prstGeom prst="ellipse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421538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Bases vectoriales, RAG, agentes y SDD en serio.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·  TONO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Tono según audiencia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voz no cambia. El registro, sí. Acá cómo se ajusta a cada interlocutor.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794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04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62432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CTO de banca / corporativo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986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Profesional. Preciso. Compliance-aware.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Datos antes que adjetivos. Hablamos de SLAs, integración, escalabilidad y seguridad. Cero hype.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3794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404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608" y="262432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Dueño de PyME o fundador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8986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Cercano. Directo. Foco en ROI y plazos.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312724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 tecnicismos innecesarios. Le decimos qué resuelve, en cuánto tiempo y cuánto sale.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3794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822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6968" y="404164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Comunidad técnica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43159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Honesto. Detallado. Sin humo.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454456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Compartimos qué funciona y qué no. En GitHub y LinkedIn mostramos código, decisiones y postmortems.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657600"/>
            <a:ext cx="3794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822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404164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Prensa / institucional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43159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Serio. Sobrio. Verificable.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454456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Datos concretos, casos referenciables. Sin promesas que no podamos sostener en una entrevista.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 ·  VOZ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Cómo hablamos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F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 que hacemos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3794760" cy="10973"/>
          </a:xfrm>
          <a:prstGeom prst="rect">
            <a:avLst/>
          </a:prstGeom>
          <a:solidFill>
            <a:srgbClr val="00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5694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Voseo argentino (vos tenés, podés, sos).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8986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Frases cortas. Verbos potentes al frente.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227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Datos concretos: números, plazos, nombres.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5570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Confianza calibrada: ni inflada, ni achicada.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8862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Humor seco, puntual, cuando suma.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2153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Inglés cuando el término ya es del rubro (RAG, embeddings).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4E4E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NO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98932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 que evitamos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3794760" cy="10973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5694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Tú, usted, español neutro de doblaje.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28986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Frases largas con tres subordinadas.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227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Adjetivos vacíos: "innovador, líder, integral".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5570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Falsa modestia ni autobombo desproporcionado.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8862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Memes ni jerga que envejece en 6 meses.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42153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Spanglish forzado: "deployear el feature".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 ·  TAGLINES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Sistema de taglines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sola idea madre, declinada en tres niveles. Elegimos el nivel según el espacio y el contexto.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45720" cy="749808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01  ·  PRINCIPAL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532888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El combustible de tus agentes inteligentes.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852928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Hero del sitio · firma de propuestas · bio de LinkedIn · pitch corto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45720" cy="749808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02  ·  PROMESA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3374136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Refinamos datos. Construimos agentes.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694176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Sección «sobre nosotros» · pitch verbal · portada de deck comercial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968496"/>
            <a:ext cx="45720" cy="749808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03  ·  SECCIÓN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" y="4215384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Refinería   ·   Pozos   ·   Producción, no demos.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4535424"/>
            <a:ext cx="7571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Encabezados de sección · separadores · breadcrumbs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 ·  MESSAGING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09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Una idea, muchos formatos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IDEA MADRE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Refinería   </a:t>
            </a:r>
            <a:pPr algn="l" indent="0" marL="0">
              <a:buNone/>
            </a:pPr>
            <a:r>
              <a:rPr lang="en-US" sz="38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/   </a:t>
            </a:r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Combustible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Toda comunicación de Data Oilers parte de esta idea. Si una pieza no se relaciona con refinar datos o ser combustible para agentes, no es Data Oilers.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18059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91840"/>
            <a:ext cx="1805940" cy="45720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438144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TAGLINE CORTO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" y="3675888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El combustible de tus agentes inteligentes.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4315968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Hero / firma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74620" y="3291840"/>
            <a:ext cx="18059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4620" y="3291840"/>
            <a:ext cx="1805940" cy="45720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9212" y="3438144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TAGLINE LARGO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39212" y="3675888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Refinamos datos. Construimos agentes.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9212" y="4315968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About / deck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18059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91840"/>
            <a:ext cx="1805940" cy="45720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438144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MICROCOPY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28032" y="3675888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«Refinando…»  ·  «Abrir el grifo»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4315968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Botones / loaders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52260" y="3291840"/>
            <a:ext cx="18059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2260" y="3291840"/>
            <a:ext cx="1805940" cy="45720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6852" y="3438144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16852" y="3675888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Refinería  ·  Pozos  ·  Cuadrilla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6852" y="4315968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Secciones / glosario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 · 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Lo que sí decimos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Términos propios y formas que refuerzan la marca. Usalos en lugar de los clichés del rubro.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7685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Producción real, no demos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Desplegamos sistemas que viven en el día a día del cliente.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227685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Agentes en producción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POCs sueltos: agentes con observabilidad y mantenimiento.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82549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Refinamos / refinería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Nuestro proceso: descubrimiento → spec → desarrollo → entrega.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82549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Pozos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Fuentes de datos integradas en un proyecto.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37413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Cuadrilla / crew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equipo asignado a un proyecto.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37413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Spec primero, código después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Metodología SDD aplicada en serio.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92277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Octanaje del modelo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Calidad, accuracy o nivel de un agente.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922776"/>
            <a:ext cx="36576" cy="420624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Tickets cerrados, no slides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Medimos por outcome, no por presentaciones.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 ·  VOCABULARIO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Lo que no decimos nunca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no le dirías esto a un ingeniero en una conversación, no lo escribas en una propuesta.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7685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Solución innovadora / disruptiva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Significa todo y nada. Decí qué hace.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227685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Aprovechamos el poder de la 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Cliché 2023. Decí qué construiste.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82549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Sinergia / sinergias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Palabra de PowerPoint, no de producto.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82549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Líderes en el rubro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 datos, es autobombo.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37413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Best in class / world class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 benchmark, es inglés decorativo.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37413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Game changer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 dice todo el mundo. Mostralo, no lo declares.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92277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Soluciones integrales 360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Cualquier cosa que se diga así, lo es de mentira.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922776"/>
            <a:ext cx="36576" cy="420624"/>
          </a:xfrm>
          <a:prstGeom prst="rect">
            <a:avLst/>
          </a:prstGeom>
          <a:solidFill>
            <a:srgbClr val="C4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Transformación digital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Demasiado vago. Hablá del cambio concreto.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·  GLOSARIO PETRO-IA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Vocabulario propio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Términos que vienen de la metáfora petrolera y que usamos como guiño, no como jerga obligatoria.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Refinería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57400" y="2258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Nuestro proceso: descubrimiento, spec, desarrollo, entrega.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Pozo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258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Fuente de datos de un cliente (CRM, base, API, archivos).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Cuadrilla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715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Equipo asignado a un proyecto. De las cuadrillas en boca de pozo.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2715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Flujo de datos o de trabajo. Doble sentido tech / petro.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Octanaje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3172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Nivel de calidad o accuracy de un agente o modelo.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Reservas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3172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Portfolio de casos cerrados y demostrables.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Boca de pozo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3630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Primer contacto comercial con un cliente potencial.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Refinar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3630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Iterar sobre un spec, un prompt o un agente.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Crudo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40873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Datos sin procesar, recién extraídos de la fuente.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00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8B8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REGLA: 1 GUIÑO EXPLÍCITO + 3 GUIÑOS SUTILES POR SECCIÓN. SI SATURAMOS, EL CLIENTE SERIO SE VA.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·  REGLAS DE COPY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Ocho reglas que no negociamos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Frase máxima de 25 palabras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pasa, partila. Punto + espacio + nueva frase.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2194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Verbo al frente, no «Nosotros»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«Construimos agentes» antes que «Nosotros construimos».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Números antes que adjetivos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«3 semanas» pesa más que «rápidamente».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Concreto antes que abstracto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«Banco Macro» antes que «importantes clientes del sector».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Máximo 5 bullets por bloque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necesitás más, dividí en dos bloques.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474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Voz activa, no pasiva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749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«Desarrollamos X» antes que «X fue desarrollado».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Una idea por párrafo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hay dos, son dos párrafos.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1208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Sin emojis en copy formal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 LinkedIn / posts, máximo 1 por pieza.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 ·  MICROCOPY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Microcopy y mensajes de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Pequeños textos que casi nadie nota cuando están bien y todo el mundo nota cuando están mal.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313432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BOTÓN PRINCIPAL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" y="2496312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«Hablemos»  ·  alt: «Abrir el grifo»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2313432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FORMULARIO ENVIADO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28032" y="2496312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Recibimos tu mensaje. Te respondemos en menos de 24h hábiles.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89864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971800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FORMULARIO CON ERROR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0392" y="315468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Algo se cortó en el pipeline. Probá de nuevo.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9864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971800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28032" y="315468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Refinando…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557016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63016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" y="381304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Este pozo se secó. Volvé al inicio.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557016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63016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EMPTY STATE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8032" y="381304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Nada todavía por acá.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215384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288536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FOOTER COPYRIGHT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" y="447141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© Data Oilers. Refinería digital · Mendoza, AR.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215384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288536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TOOLTIP TÉCNICO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28032" y="447141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Información concreta, no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 ·  ASÍ SÍ / ASÍ NO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Antes y después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8408" y="1874520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515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Somos una empresa innovadora que ofrece soluciones integrales de IA.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2167128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Construimos agentes que entran en producción. El último, para Banco Macro.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78024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2551176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515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Aprovechamos el poder transformador de los datos.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2843784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Refinamos tus datos hasta que sirven.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3227832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515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Nuestro equipo multidisciplinario te brindará la mejor experiencia.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3520440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Somos 9. Ingenieros en sistemas e informática. Mendoza, 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831336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3904488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515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Best-in-class AI agents para tu transformación digital.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4197096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Agentes que cierran tickets reales, con observabilidad y guardrails.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 ·  TEMPLATES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Cómo escribir un post de LinkedIn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ESTRUCTURA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Hook concreto: número, observación, o pregunta directa.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2505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Contexto en una sola idea, sin rodeos.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L4-8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8895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Cuerpo: máximo 5 líneas, una idea por línea.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3273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Cierre con aprendizaje o pregunta abierta.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2-3 hashtags máximo. Ninguno genérico tipo #IA.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3611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EJEMPLO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Cerramos un agente que responde el 80% de las consultas de un banco sin intervención humana.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es un chatbot. Es un sistema con memoria, herramientas y guardrails reales.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Tres aprendizajes: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El spec lleva más tiempo que el código.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Los embeddings se vuelven obsoletos rápido.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Sin observabilidad no hay producción.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¿Cuál fue el cuello de botella en tu último proyecto de agentes?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89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#AgentesIA #DataEngineering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 ·  TEMPLATES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Cómo escribir un email comercial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REGLAS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Asunto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2139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Específico. Sin «Follow up» ni «Seguimiento».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Apertura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523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línea. Sin «Espero te encuentres bien».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889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Razón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Por qué les escribís a ellos específicamente.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Propuesta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Qué les podemos resolver. En una frase.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Próximo paso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675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 min de llamada o link al calendario.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3611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EJEMPLO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Asunto: 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Agente para reducir tickets de soporte en [Empresa]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Hola Martín,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 que [Empresa] anunció su nuevo canal de atención digital. Sé que escalar soporte sin sumar dotación es uno de los temas duros del rubro.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Construimos agentes que cierran consultas reales en banca. El último, para Banco Macro.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¿Tenés 15 minutos esta semana?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Saludos,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[Nombre] · Data Oilers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 ·  TEMPLATES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Cómo escribir un README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ESTRUCTURA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línea de descripción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Stack y dependencias clave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Cómo correrlo (3 pasos máximo)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218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Decisiones de arquitectura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84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584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Estado: Producción / Beta / Experimental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950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950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Contacto del mantenedor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783080"/>
            <a:ext cx="3611880" cy="2926080"/>
          </a:xfrm>
          <a:prstGeom prst="rect">
            <a:avLst/>
          </a:prstGeom>
          <a:solidFill>
            <a:srgbClr val="061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121408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macro-agent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 conversacional para consultas de banca minorista.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Stack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3.12 · LangGraph · pgvector · FastAPI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Cómo correrlo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docker compose 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make seed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make run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Estado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Producción · v1.4 · julio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 ·  INGLÉS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Versión en inglés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Para mercado dolarizado: inglés a secas, no Spanglish ni traducción literal.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6040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 — VOSEO ARGENTINO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32120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— DIRECT, NO FLUFF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Tagline principal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combustible de tus agentes inteligentes.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Fuel for your intelligent agents.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Promesa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Refinamos datos. Construimos agentes.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refine data. We build agents.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Hero CTA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Hablemos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Let's talk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 CTA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Abrir el grifo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the valve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Sobre nosotros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Producción, no demos.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A25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Production, not demos.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572000"/>
            <a:ext cx="7772400" cy="10973"/>
          </a:xfrm>
          <a:prstGeom prst="rect">
            <a:avLst/>
          </a:prstGeom>
          <a:solidFill>
            <a:srgbClr val="D4D4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REGLA: el espíritu directo se mantiene. Verbos al frente. Sin «kindly» ni cierres tipo «warm regards».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 ·  ERRORES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20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Errores frecuentes que evitamos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Saturar la metáfora petro-IA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3957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todo es refinería y pozo, el cliente serio se va. 1 guiño explícito + 3 sutiles por sección.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Hablar de IA en general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3957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mercado ya está saturado. Hablamos de lo que hicimos, no de lo que se puede hacer.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Falsa modestia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264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«Somos un pequeño equipo de…» genera dudas, no confianza. Decí lo que hacés y listo.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Autobombo sin prueba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264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«Líderes en…» sin un caso atrás es marketing barato. Mostralo o no lo digas.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Mezclar tú y vos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1330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Decisión tomada: voseo argentino para ES. Si dudás, mirá el sitio.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Listas de &gt;5 ítems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41330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no podés cortarla, jerarquizala. Negrita en lo que importa.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 ·  FAQ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21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Preguntas frecuentes del manual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¿Puedo escribir distinto si la situación lo amerita?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6712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Sí. Este manual es brújula, no jaula. Si tenés que romper una regla, justificalo.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¿Qué hago si no estoy seguro?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34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73405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Imitá el sitio web. Si no está en el sitio, preguntá en el canal #voz.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008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00837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¿Quién aprueba cambios al manual?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3009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30098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 discuten en review trimestral. Cualquiera del equipo puede proponer.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575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57530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¿Aplica al código y commits?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867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86791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Sí. Los nombres de variables, los commits y los mensajes de PR también comunican.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142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14223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¿Y los memes en el Slack interno?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43484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Adelante. Esto es para comunicación externa. El interno tiene sus reglas propias.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45720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164592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283464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4023360"/>
            <a:ext cx="36576" cy="36576"/>
          </a:xfrm>
          <a:prstGeom prst="ellipse">
            <a:avLst/>
          </a:prstGeom>
          <a:solidFill>
            <a:srgbClr val="00D4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FIN DEL DOCUMENTO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v1.1  ·  22 SLIDES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Manual vivo.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85800" y="2542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B8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Se revisa cada trimestre.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85800" y="3703320"/>
            <a:ext cx="822960" cy="10973"/>
          </a:xfrm>
          <a:prstGeom prst="rect">
            <a:avLst/>
          </a:prstGeom>
          <a:solidFill>
            <a:srgbClr val="00D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PRÓXIMA REVISIÓN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Julio 2026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8620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DUDAS Y PROPUESTAS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86200" y="4069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7"/>
                </a:solidFill>
                <a:latin typeface="Clash Grotesk" pitchFamily="34" charset="0"/>
                <a:ea typeface="Clash Grotesk" pitchFamily="34" charset="-122"/>
                <a:cs typeface="Clash Grotesk" pitchFamily="34" charset="-120"/>
              </a:rPr>
              <a:t>contacto@dataoilers.com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FA3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REFINAMOS DATOS  ·  CONSTRUIMOS AGENTES  ·  EL COMBUSTIBLE DE LA IA PRODUCTIVA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Data Oilers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Voz y Tono — Data Oilers v1.1</dc:title>
  <dc:subject>Brand Voice &amp; Tone Manual</dc:subject>
  <dc:creator>Data Oilers</dc:creator>
  <cp:lastModifiedBy>Data Oilers</cp:lastModifiedBy>
  <cp:revision>1</cp:revision>
  <dcterms:created xsi:type="dcterms:W3CDTF">2026-04-29T16:17:36Z</dcterms:created>
  <dcterms:modified xsi:type="dcterms:W3CDTF">2026-04-29T16:17:36Z</dcterms:modified>
</cp:coreProperties>
</file>